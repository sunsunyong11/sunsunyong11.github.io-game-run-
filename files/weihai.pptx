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封面页。上海到威海七天自驾游。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七天行程总览表。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Day1：上海到威海自驾，约16小时，850公里。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Day08：威海市区逛吃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Day04：南海新区初体验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Day05：乳山银滩一日游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Day06：多福山登山日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Day07：大乳山滨海度假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Day09：返程日 · 威海→上海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七天费用预算汇总，2人约5400元。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结尾页。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01E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127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SHANGHAI → WEIHAI · 7 DAYS ROAD TRIP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2032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威海七天自驾游路线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3111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10.1 - 10.7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7188" flipH="false" flipV="false">
            <a:off x="4826016" y="4057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1016000" y="4445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false" i="false" strike="noStrike" u="none" sz="14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上海 → 威海文登区小观镇蓝海香汀 → 周边深度游 → 返程</a:t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4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每天含：路线安排 · 时间节点 · 地址门票 · 车程里程 · 午餐推荐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七天行程总览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35000" y="1397000"/>
          <a:ext cx="10922000" cy="508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/>
                <a:gridCol w="1270000"/>
                <a:gridCol w="2540000"/>
                <a:gridCol w="2286000"/>
                <a:gridCol w="1270000"/>
                <a:gridCol w="2540000"/>
              </a:tblGrid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主要行程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住宿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里程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备注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出发日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上海→威海小观镇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蓝海香汀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约850km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国庆堵车约16小时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本地休闲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南海金滩→万亩松林→观海公园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蓝海香汀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约10km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全部免费，看日落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银滩一日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乳山银滩→福如东海文化园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蓝海香汀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约55km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银滩免费，文化园约50元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登山日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多福山景区（玻璃栈道）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蓝海香汀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约60km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门票47-69元，穿运动鞋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滨海度假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大乳山滨海旅游度假区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蓝海香汀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约90km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门票60-100元，北方小三亚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市区逛吃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威海公园→悦海公园→韩乐坊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蓝海香汀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约100km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全部免费，韩国美食集中地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返程日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威海→上海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家中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约850km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建议早出发避返程高峰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44500"/>
            <a:ext cx="254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1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2159000" y="508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10.1 · 出发日 · 上海→威海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07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1270000"/>
            <a:ext cx="254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路线时间轴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1651000"/>
            <a:ext cx="10668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83333"/>
              </a:lnSpc>
              <a:defRPr/>
            </a:pPr>
            <a:r>
              <a:rPr lang="en-US" b="tru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05:00</a:t>
            </a:r>
            <a:r>
              <a:rPr lang="en-US" b="fals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上海出发（建议早出发避高峰）</a:t>
            </a:r>
            <a:endParaRPr lang="en-US" sz="1100"/>
          </a:p>
          <a:p>
            <a:pPr algn="l" marL="0" indent="0">
              <a:lnSpc>
                <a:spcPct val="183333"/>
              </a:lnSpc>
            </a:pPr>
            <a:r>
              <a:rPr lang="en-US" b="tru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08:00</a:t>
            </a:r>
            <a:r>
              <a:rPr lang="en-US" b="fals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服务区休息 + 早餐（约行驶200km）</a:t>
            </a:r>
          </a:p>
          <a:p>
            <a:pPr algn="l" marL="0" indent="0">
              <a:lnSpc>
                <a:spcPct val="183333"/>
              </a:lnSpc>
            </a:pPr>
            <a:r>
              <a:rPr lang="en-US" b="tru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12:00</a:t>
            </a:r>
            <a:r>
              <a:rPr lang="en-US" b="fals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服务区午餐 + 休息（约行驶450km）</a:t>
            </a:r>
          </a:p>
          <a:p>
            <a:pPr algn="l" marL="0" indent="0">
              <a:lnSpc>
                <a:spcPct val="183333"/>
              </a:lnSpc>
            </a:pPr>
            <a:r>
              <a:rPr lang="en-US" b="tru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16:00</a:t>
            </a:r>
            <a:r>
              <a:rPr lang="en-US" b="fals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服务区休息 + 加油（约行驶650km）</a:t>
            </a:r>
          </a:p>
          <a:p>
            <a:pPr algn="l" marL="0" indent="0">
              <a:lnSpc>
                <a:spcPct val="183333"/>
              </a:lnSpc>
            </a:pPr>
            <a:r>
              <a:rPr lang="en-US" b="tru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21:00</a:t>
            </a:r>
            <a:r>
              <a:rPr lang="en-US" b="false" i="false" strike="noStrike" u="none" sz="13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到达威海文登区小观镇蓝海香汀（约850km）</a:t>
            </a:r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4375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4572000"/>
            <a:ext cx="3302000" cy="6350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52500" y="4673600"/>
            <a:ext cx="292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目的地地址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52500" y="4902200"/>
            <a:ext cx="292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威海市文登区小观镇大学路奥莱小镇北侧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4572000"/>
            <a:ext cx="1778000" cy="635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508500" y="4673600"/>
            <a:ext cx="139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总里程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508500" y="49022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约850公里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572000"/>
            <a:ext cx="1778000" cy="6350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540500" y="4673600"/>
            <a:ext cx="139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预计车程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540500" y="49022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约16小时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4572000"/>
            <a:ext cx="3048000" cy="6350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572500" y="4673600"/>
            <a:ext cx="266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高速费用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572500" y="49022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国庆免费（10.1 00:00起）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62000" y="5461000"/>
            <a:ext cx="1066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注意事项：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国庆首日高速严重拥堵，建议凌晨5点前出发；每2小时进服务区休息一次；提前下载离线地图防信号差；到达后直接入住休息，不安排景点。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44500"/>
            <a:ext cx="152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08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2032000" y="508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10.6 · 威海市区逛吃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07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12446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当日时间轴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1549400"/>
            <a:ext cx="10668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08:00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出发 → 威海市区（约1小时）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09:00-10:30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威海公园（大相框打卡）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10:30-11:30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悦海公园灯塔拍照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11:30-13:30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韩乐坊午餐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13:30-16:30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韩乐坊逛吃、韩国超市买伴手礼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16:30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返程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17:30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回到住处</a:t>
            </a:r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3778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3810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4013200"/>
            <a:ext cx="3505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景点地址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14400" y="42164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韩乐坊：环翠区青岛中路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3937000"/>
            <a:ext cx="1524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953000" y="4013200"/>
            <a:ext cx="127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门票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953000" y="42164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全部免费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937000"/>
            <a:ext cx="1270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731000" y="4013200"/>
            <a:ext cx="1016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单程车程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67500" y="4216400"/>
            <a:ext cx="1206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约50km 约1h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937000"/>
            <a:ext cx="330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80400" y="4013200"/>
            <a:ext cx="2997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购票方式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280400" y="4216400"/>
            <a:ext cx="2997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无需购票，餐饮店内消费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62000" y="4724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午餐推荐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62000" y="4978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韩乐坊韩国美食，必吃部队火锅、韩式烤肉、冷面、石锅拌饭，人均80-150元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0" y="4724400"/>
            <a:ext cx="533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当日贴士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096000" y="49784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威海公园大相框是网红打卡点；悦海公园灯塔白色很出片；韩乐坊傍晚5点后最热闹；停车位紧张建议早到；韩国超市可买泡菜、海苔等伴手礼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44500"/>
            <a:ext cx="152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04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2032000" y="508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10.2 · 南海新区初体验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07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12446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当日时间轴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1549400"/>
            <a:ext cx="10668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09:00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出发 → 南海金滩（5分钟）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09:05-11:30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南海金滩散步、拍照、看海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12:00-13:30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午餐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14:00-16:00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万亩松林徒步 + 香水河湿地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16:30-18:00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观海公园看日落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18:30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返回住处</a:t>
            </a:r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3778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3810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4013200"/>
            <a:ext cx="3505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景点地址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14400" y="42164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南海金滩：小观镇海景路与海宁路交汇处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3937000"/>
            <a:ext cx="1524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953000" y="4013200"/>
            <a:ext cx="127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门票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953000" y="42164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全部免费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937000"/>
            <a:ext cx="1524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604000" y="4013200"/>
            <a:ext cx="127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单程车程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04000" y="42164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2-4km 5-10min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937000"/>
            <a:ext cx="330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80400" y="4013200"/>
            <a:ext cx="2997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购票方式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280400" y="4216400"/>
            <a:ext cx="2997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无需购票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62000" y="4724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午餐推荐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62000" y="4978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南海新区海鲜餐厅，推荐鲅鱼水饺、葱烧海参、清蒸海鱼，人均80-120元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0" y="4724400"/>
            <a:ext cx="533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当日贴士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096000" y="49784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昨天长途开车，今天安排轻松；海边风大备防风外套；傍晚观海公园日落最佳；松林里蚊虫多带驱蚊水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44500"/>
            <a:ext cx="152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05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2032000" y="508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10.3 · 乳山银滩一日游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07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12446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当日时间轴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1549400"/>
            <a:ext cx="10668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08:30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出发 → 乳山银滩（35分钟）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09:05-11:30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银滩沙滩、大拇指广场拍照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12:00-13:30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银滩附近午餐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13:30-16:00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福如东海文化园游览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16:30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返程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17:05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回到住处</a:t>
            </a:r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3778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3810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4013200"/>
            <a:ext cx="3505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景点地址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14400" y="42164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乳山银滩：乳山市长江路大拇指广场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937000"/>
            <a:ext cx="203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826000" y="4013200"/>
            <a:ext cx="1778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门票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826000" y="42164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银滩免费/文化园50元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937000"/>
            <a:ext cx="1524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604000" y="4013200"/>
            <a:ext cx="127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单程车程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04000" y="42164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25-26km 35min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937000"/>
            <a:ext cx="330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80400" y="4013200"/>
            <a:ext cx="2997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购票方式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280400" y="4216400"/>
            <a:ext cx="2997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银滩无需购票；文化园现场购票或买景区联票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62000" y="4724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午餐推荐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62000" y="4978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银滩海鲜大排档，推荐辣炒花蛤、椒盐皮皮虾、海鲜疙瘩汤，人均70-100元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0" y="4724400"/>
            <a:ext cx="533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当日贴士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096000" y="49784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银滩沙质细腻如粉，光脚走很舒服；下午文化园光线斜照最出片；返程可能遇夕阳，注意驾驶安全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44500"/>
            <a:ext cx="152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06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2032000" y="508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10.4 · 多福山登山日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07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12446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当日时间轴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1549400"/>
            <a:ext cx="10668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08:00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出发 → 多福山（40分钟）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08:40-12:00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登山、玻璃栈道、山顶观景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12:30-13:30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山下农家菜午餐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14:00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返程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14:40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回到住处休息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下午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自由活动、休整</a:t>
            </a:r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3778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3810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4013200"/>
            <a:ext cx="3505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景点地址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14400" y="42164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多福山：乳山市银滩旅游度假区小陶家村北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937000"/>
            <a:ext cx="203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826000" y="4013200"/>
            <a:ext cx="1778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门票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826000" y="42164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47-69元(线上)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937000"/>
            <a:ext cx="1524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604000" y="4013200"/>
            <a:ext cx="127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单程车程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04000" y="42164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30km 40min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937000"/>
            <a:ext cx="330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80400" y="4013200"/>
            <a:ext cx="2997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购票方式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280400" y="4216400"/>
            <a:ext cx="2997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携程/去哪儿/同程提前2小时预订，或现场购票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62000" y="4724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午餐推荐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62000" y="4978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山下农家菜，推荐炖土鸡、山野菜、玉米饼子，人均50-70元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0" y="4724400"/>
            <a:ext cx="533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当日贴士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096000" y="49784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穿运动鞋，带至少1瓶水；山顶风大带外套；15:30停止入园，务必早到；70岁以上老人1.2米以下儿童免票；玻璃栈道单独收费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44500"/>
            <a:ext cx="152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07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2032000" y="508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10.5 · 大乳山滨海度假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07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12446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当日时间轴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1549400"/>
            <a:ext cx="10668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08:30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出发 → 大乳山（58分钟）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09:28-12:00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景区游览、沙滩、木栈道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12:00-13:00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景区内午餐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13:00-15:00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湖心岛（乘船）、继续游览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15:00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返程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16:00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回到住处</a:t>
            </a:r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3778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3810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4013200"/>
            <a:ext cx="3505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景点地址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14400" y="42164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大乳山：乳山市海阳所镇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937000"/>
            <a:ext cx="203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826000" y="4013200"/>
            <a:ext cx="1778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门票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826000" y="42164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60-100元(学生半)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937000"/>
            <a:ext cx="1524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604000" y="4013200"/>
            <a:ext cx="127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单程车程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04000" y="42164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44km 58min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937000"/>
            <a:ext cx="330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80400" y="4013200"/>
            <a:ext cx="2997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购票方式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280400" y="4216400"/>
            <a:ext cx="2997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现场购票，或携程/美团线上提前购票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62000" y="4724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午餐推荐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62000" y="4978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景区内餐厅或附近渔村，推荐海鲜火锅、鲅鱼饺子，人均80-120元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0" y="4724400"/>
            <a:ext cx="533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当日贴士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096000" y="49784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号称北方小三亚，沙滩细腻；景区步行量大穿舒适鞋；带防晒帽子饮用水；湖心岛需乘船注意班次；建议早8:30出发避开人流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444500"/>
            <a:ext cx="152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C4A96B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09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2032000" y="508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10.7 · 返程日 · 威海→上海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07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762000" y="12446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当日时间轴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1549400"/>
            <a:ext cx="10668000" cy="209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06:00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起床收拾行李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07:00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出发返程（建议早出发避返程高峰）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10:00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服务区休息 + 早餐（约200km）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13:00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服务区午餐 + 休息（约450km）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17:00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服务区休息 + 加油（约650km）</a:t>
            </a:r>
          </a:p>
          <a:p>
            <a:pPr algn="l" marL="0" indent="0">
              <a:lnSpc>
                <a:spcPct val="158333"/>
              </a:lnSpc>
            </a:pPr>
            <a:r>
              <a:rPr lang="en-US" b="tru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22:00</a:t>
            </a:r>
            <a:r>
              <a:rPr lang="en-US" b="false" i="false" strike="noStrike" u="none" sz="12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 到达上海（约850km）</a:t>
            </a:r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3778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3810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14400" y="4013200"/>
            <a:ext cx="3505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景点地址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14400" y="4216400"/>
            <a:ext cx="3505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返程路线：威青高速→沈海高速→上海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3937000"/>
            <a:ext cx="1524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953000" y="4013200"/>
            <a:ext cx="127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门票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4953000" y="42164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高速免费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937000"/>
            <a:ext cx="1524000" cy="609600"/>
          </a:xfrm>
          <a:prstGeom prst="roundRect">
            <a:avLst>
              <a:gd name="adj" fmla="val 0"/>
            </a:avLst>
          </a:prstGeom>
          <a:solidFill>
            <a:srgbClr val="1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604000" y="4013200"/>
            <a:ext cx="127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单程车程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604000" y="42164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5F0E8"/>
                </a:solidFill>
                <a:latin typeface="Noto Sans SC"/>
                <a:ea typeface="Noto Sans SC"/>
                <a:cs typeface="Noto Sans SC"/>
                <a:sym typeface="Noto Sans SC"/>
              </a:rPr>
              <a:t>850km 14-16h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937000"/>
            <a:ext cx="3302000" cy="609600"/>
          </a:xfrm>
          <a:prstGeom prst="roundRect">
            <a:avLst>
              <a:gd name="adj" fmla="val 0"/>
            </a:avLst>
          </a:prstGeom>
          <a:solidFill>
            <a:srgbClr val="C4A96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80400" y="4013200"/>
            <a:ext cx="2997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101E2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购票方式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280400" y="4216400"/>
            <a:ext cx="2997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01E2E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无需购票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62000" y="47244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午餐推荐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62000" y="4978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服务区用餐，或自带干粮零食；建议提前准备路上吃的喝的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096000" y="4724400"/>
            <a:ext cx="533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00">
                <a:solidFill>
                  <a:srgbClr val="C4A96B"/>
                </a:solidFill>
                <a:latin typeface="Noto Sans SC"/>
                <a:ea typeface="Noto Sans SC"/>
                <a:cs typeface="Noto Sans SC"/>
                <a:sym typeface="Noto Sans SC"/>
              </a:rPr>
              <a:t>当日贴士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096000" y="49784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2A2A2A"/>
                </a:solidFill>
                <a:latin typeface="Noto Sans SC"/>
                <a:ea typeface="Noto Sans SC"/>
                <a:cs typeface="Noto Sans SC"/>
                <a:sym typeface="Noto Sans SC"/>
              </a:rPr>
              <a:t>国庆返程高峰严重拥堵，务必早出发；每2小时休息一次；出发前检查车况、轮胎、油量；提前下载离线地图；到家后整理行李、休息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0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B3A5C"/>
                </a:solidFill>
                <a:latin typeface="Noto Serif SC"/>
                <a:ea typeface="Noto Serif SC"/>
                <a:cs typeface="Noto Serif SC"/>
                <a:sym typeface="Noto Serif SC"/>
              </a:rPr>
              <a:t>七天费用预算汇总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13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B3A5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35000" y="1397000"/>
          <a:ext cx="109220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540000"/>
                <a:gridCol w="1524000"/>
                <a:gridCol w="1524000"/>
                <a:gridCol w="3810000"/>
              </a:tblGrid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明细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备注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交通费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上海↔威海往返油费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约0.8元/km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约1360元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1700km×0.8元，国庆高速免费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住宿费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蓝海香汀6晚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约300元/晚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约1800元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国庆价格浮动，以实际预订为准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门票费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多福山+大乳山+福如东海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约170元/人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约340元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2人计，其余景点全部免费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餐饮费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7天三餐（含路上）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约200元/天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约1400元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2人计，海鲜为主，丰俭由人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其他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停车费、伴手礼、应急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C4A96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约500元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韩国超市伴手礼、停车费等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01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A96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01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2人7天总预算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A96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101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A96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01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约5400元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A96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101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人均约2700元，不含购物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A96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E2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5F0E8"/>
                </a:solidFill>
                <a:latin typeface="Noto Serif SC"/>
                <a:ea typeface="Noto Serif SC"/>
                <a:cs typeface="Noto Serif SC"/>
                <a:sym typeface="Noto Serif SC"/>
              </a:rPr>
              <a:t>祝旅途愉快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17188" flipH="false" flipV="false">
            <a:off x="4826016" y="342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4A96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3810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false" i="false" strike="noStrike" u="none" sz="15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上海 → 威海七天自驾游 · 10.1-10.7</a:t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500">
                <a:solidFill>
                  <a:srgbClr val="F5F0E8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以上信息基于网络搜索整理，出行前请再次确认门票和开放时间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{"Label":"1","ContentProducer":"001191110102MACQD9K64010000","ProduceID":"7691538420430130152","ReservedCode1":"","ContentPropagator":"","PropagateID":"","ReservedCode2":""}</vt:lpwstr>
  </property>
</Properties>
</file>