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大家好，这是我的个人信息介绍。我叫赵天泽，接下来我会用几页内容简单介绍一下自己。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这是我的基本信息。我叫赵天泽，性别男，出生于2018年3月20日。有什么事可以打我电话联系。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我的特长主要有两个方面：一是喜欢折腾代码，研究各种编程语言；二是喜欢鼓捣电脑，对硬件和系统都很感兴趣。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以上就是我的个人信息介绍，感谢大家的观看。如果有什么想交流的，欢迎随时联系我。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E3A5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27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PERSONAL INFORMATION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28647" flipH="false" flipV="false">
            <a:off x="1016026" y="202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个人信息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赵天泽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6032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INTRODUCTION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0" y="6032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 / 04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914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BASIC INFORMATION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5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基本信息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2406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524000" y="3048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姓　　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2984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3A5F"/>
                </a:solidFill>
                <a:latin typeface="Noto Serif SC"/>
                <a:ea typeface="Noto Serif SC"/>
                <a:cs typeface="Noto Serif SC"/>
                <a:sym typeface="Noto Serif SC"/>
              </a:rPr>
              <a:t>赵天泽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5055" flipH="false" flipV="false">
            <a:off x="1524005" y="3803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5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524000" y="4064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性　　别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4000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3A5F"/>
                </a:solidFill>
                <a:latin typeface="Noto Serif SC"/>
                <a:ea typeface="Noto Serif SC"/>
                <a:cs typeface="Noto Serif SC"/>
                <a:sym typeface="Noto Serif SC"/>
              </a:rPr>
              <a:t>男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5055" flipH="false" flipV="false">
            <a:off x="1524005" y="4819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5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524000" y="5080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出生日期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5016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3A5F"/>
                </a:solidFill>
                <a:latin typeface="Noto Serif SC"/>
                <a:ea typeface="Noto Serif SC"/>
                <a:cs typeface="Noto Serif SC"/>
                <a:sym typeface="Noto Serif SC"/>
              </a:rPr>
              <a:t>2018 年 3 月 20 日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5055" flipH="false" flipV="false">
            <a:off x="1524005" y="5835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5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524000" y="60706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手机号码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0" y="60071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137-6176-2159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906000" y="9144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6464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 / 04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3A5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914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&amp; HOBBIES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特长与爱好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2406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524000" y="3175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3302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折腾代码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3937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喜欢研究各种编程语言，写代码是我的乐趣之一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5055" flipH="false" flipV="false">
            <a:off x="1524005" y="4692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524000" y="5080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94000" y="5207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鼓捣电脑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5842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喜欢拆解和组装硬件，解决各种电脑问题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9144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 / 04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914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E3A5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4376" flipH="false" flipV="false">
            <a:off x="5461032" y="227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1E3A5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感谢观看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赵天泽 · 137-6176-2159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08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 · 电脑 · 探索不止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08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5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6464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 / 04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